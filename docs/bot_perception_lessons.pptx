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Lessons from a Vision-Driven Game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Thirteen perception failures from the UWO-bot project — what we saw, what was really happening, what we 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from a vision-driven game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Thirteen real perception failures from the UWO-bot project.</a:t>
            </a:r>
          </a:p>
          <a:p>
            <a:pPr/>
            <a:r>
              <a:rPr sz="1600"/>
              <a:t>Each story: what we saw, what was actually happening, what we changed.</a:t>
            </a:r>
          </a:p>
          <a:p>
            <a:pPr/>
            <a:r>
              <a:rPr sz="1600"/>
              <a:t>Themes — fuzzy OCR cascades, structural classifiers without chrome awareness, FSM fragility, stale caches, and small-LLM degeneracy.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'Berber Village' appear where there was no village label?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What we saw: OmniParser detected a 'Berber Village' button in the body of the village interior.</a:t>
            </a:r>
          </a:p>
          <a:p>
            <a:pPr/>
            <a:r>
              <a:rPr sz="1600"/>
              <a:t>Reality: the village panel is translucent. The label was the village's nameplate floating on the sea map UNDERNEATH the panel, leaking through.</a:t>
            </a:r>
          </a:p>
          <a:p>
            <a:pPr/>
            <a:r>
              <a:rPr sz="1600"/>
              <a:t>Lesson: only opaque chrome elements (title, action buttons) are reliable signals on transparent screens.  Anything in a translucent body region is potentially scene-bleed.</a:t>
            </a:r>
          </a:p>
          <a:p>
            <a:pPr/>
            <a:r>
              <a:rPr sz="1600"/>
              <a:t>Fix: village identity must come from goal context, not body OCR.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'Move to Village' tap land on the small 'village' label above the button?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What we saw: bot tapped 'Move to Village' on the world-map village panel; the tap landed on a small 'village' tag that sits on top of the button.</a:t>
            </a:r>
          </a:p>
          <a:p>
            <a:pPr/>
            <a:r>
              <a:rPr sz="1600"/>
              <a:t>Reality: OmniParser returned multiple elements whose labels contained 'village'.  The tap search took the first match by string — which happened to be the small tag, not the action button.</a:t>
            </a:r>
          </a:p>
          <a:p>
            <a:pPr/>
            <a:r>
              <a:rPr sz="1600"/>
              <a:t>Lesson: label-based element lookup needs disambiguation by element_type and position; 'button' beats 'text', lower-Y beats upper-Y for action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the bot think it had arrived at Svear Village?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OCR read the village's top-left title as the generic word 'Village'.</a:t>
            </a:r>
          </a:p>
          <a:p>
            <a:pPr/>
            <a:r>
              <a:rPr sz="1600"/>
              <a:t>correct_port_name('Village') fuzzy-matched at 0.71 → 'Seville'.</a:t>
            </a:r>
          </a:p>
          <a:p>
            <a:pPr/>
            <a:r>
              <a:rPr sz="1600"/>
              <a:t>correct_village_name('Seville') fuzzy-matched at 0.70 → 'Svear Village'.</a:t>
            </a:r>
          </a:p>
          <a:p>
            <a:pPr/>
            <a:r>
              <a:rPr sz="1600"/>
              <a:t>Two compounding false positives turned a generic UI label into a confidently-wrong place name.</a:t>
            </a:r>
          </a:p>
          <a:p>
            <a:pPr/>
            <a:r>
              <a:rPr sz="1600"/>
              <a:t>Fix: reject single-word generic titles (Village/Town/Port/City/Harbor) before any fuzzy matching.  Pass raw OCR — not canonicalised — to the village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was 'Las Palmas' read as 'Las'?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OmniParser tokenised the multi-word port title into two separate elements: 'Las' and 'Palmas'.</a:t>
            </a:r>
          </a:p>
          <a:p>
            <a:pPr/>
            <a:r>
              <a:rPr sz="1600"/>
              <a:t>The title-region reader returned the leftmost/topmost element — 'Las' — and stopped.</a:t>
            </a:r>
          </a:p>
          <a:p>
            <a:pPr/>
            <a:r>
              <a:rPr sz="1600"/>
              <a:t>Downstream the port-name was never canonical, fuzzy-match scored 0.42 against any seed.</a:t>
            </a:r>
          </a:p>
          <a:p>
            <a:pPr/>
            <a:r>
              <a:rPr sz="1600"/>
              <a:t>Fix: merge same-row, same-height title elements left-to-right before returning the title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the dialog classifier flag the village action menu as a modal?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Legacy heuristic: any centred cluster of ≥N elements with a horizontal button row at the bottom = dialog.  No chrome awareness.</a:t>
            </a:r>
          </a:p>
          <a:p>
            <a:pPr/>
            <a:r>
              <a:rPr sz="1600"/>
              <a:t>Village's bottom rewards row ('Achievement Reward', 'Weekly Reward') matched the geometry, even though it has no close-X and no Accept/Cancel pair.</a:t>
            </a:r>
          </a:p>
          <a:p>
            <a:pPr/>
            <a:r>
              <a:rPr sz="1600"/>
              <a:t>The bot then tried to dismiss the village UI as if it were a popup.</a:t>
            </a:r>
          </a:p>
          <a:p>
            <a:pPr/>
            <a:r>
              <a:rPr sz="1600"/>
              <a:t>Fix: gate dialog detection on the typed DialogModel — requires at least one structural anchor (close-X icon OR whitelisted action verb).  Legacy heuristic kept as log-only comparator for one cycle of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was the world-map nearby-ports panel detected as a dialog?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DialogModel found a close-X-like icon at the top of a tall right-edge side panel.</a:t>
            </a:r>
          </a:p>
          <a:p>
            <a:pPr/>
            <a:r>
              <a:rPr sz="1600"/>
              <a:t>The bbox was (1921, 123, 2399, 1028) — 478×905 px, flush against the right edge.</a:t>
            </a:r>
          </a:p>
          <a:p>
            <a:pPr/>
            <a:r>
              <a:rPr sz="1600"/>
              <a:t>Real modal dialogs are centred and bounded; an info panel is edge-hugging and full-height.</a:t>
            </a:r>
          </a:p>
          <a:p>
            <a:pPr/>
            <a:r>
              <a:rPr sz="1600"/>
              <a:t>Fix: DialogModel rejects bboxes outside the central band [0.30·fw, 0.70·fw], or taller than 0.80·fh, or hugging an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a single back arrow misclassify every screen as port_map?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The port_map fingerprint required `min_positive_to_match=1` out of two signals: 'world map' text bottom-left, OR a back-arrow icon.</a:t>
            </a:r>
          </a:p>
          <a:p>
            <a:pPr/>
            <a:r>
              <a:rPr sz="1600"/>
              <a:t>Back-arrow alone matches villages, building interiors, world map — almost everything.</a:t>
            </a:r>
          </a:p>
          <a:p>
            <a:pPr/>
            <a:r>
              <a:rPr sz="1600"/>
              <a:t>Result: village frames matched port_map @ medium confidence and the sail FSM dispatched the wrong recovery.</a:t>
            </a:r>
          </a:p>
          <a:p>
            <a:pPr/>
            <a:r>
              <a:rPr sz="1600"/>
              <a:t>Fix: require BOTH signals (min_positive_to_match=2).  The 'world map' text is the real discriminator.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the bot keep recovering after it had already reached the sea?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_handle_unknown called recover_to_port_overworld() — a blocking inner loop whose target is hard-coded to port_overworld.</a:t>
            </a:r>
          </a:p>
          <a:p>
            <a:pPr/>
            <a:r>
              <a:rPr sz="1600"/>
              <a:t>Recovery bounced the bot through village → sea → main_menu, but treated `sea` as 'still not there' and kept acting.</a:t>
            </a:r>
          </a:p>
          <a:p>
            <a:pPr/>
            <a:r>
              <a:rPr sz="1600"/>
              <a:t>The sail goal's own _dispatch — which would happily handle `sea` via _handle_sea — never got control back.</a:t>
            </a:r>
          </a:p>
          <a:p>
            <a:pPr/>
            <a:r>
              <a:rPr sz="1600"/>
              <a:t>Fix: _handle_unknown early-returns on any state _dispatch knows.  Recovery only runs on truly unrecognised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starting a sail from a village fail completely?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SailToGoal._dispatch had branches for building, port_overworld, sea, world_map, loading, main_menu — but no village branch.</a:t>
            </a:r>
          </a:p>
          <a:p>
            <a:pPr/>
            <a:r>
              <a:rPr sz="1600"/>
              <a:t>Tick 1 with state='village' fell into _handle_unknown.</a:t>
            </a:r>
          </a:p>
          <a:p>
            <a:pPr/>
            <a:r>
              <a:rPr sz="1600"/>
              <a:t>Recovery overshot through main_menu and escalated to a 600 s human-teaching prompt.</a:t>
            </a:r>
          </a:p>
          <a:p>
            <a:pPr/>
            <a:r>
              <a:rPr sz="1600"/>
              <a:t>Fix: add _handle_village → press Back (villages are top-level; Back exits to sea).  Next tick's _handle_sea opens the world map and continues.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the bot dismiss the same screen 148 times?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Obstruction consult cached a recipe of 'tap_anywhere at screen centre' for this signature.</a:t>
            </a:r>
          </a:p>
          <a:p>
            <a:pPr/>
            <a:r>
              <a:rPr sz="1600"/>
              <a:t>On the village screen, tap_anywhere doesn't dismiss anything — the village UI isn't dismissable.</a:t>
            </a:r>
          </a:p>
          <a:p>
            <a:pPr/>
            <a:r>
              <a:rPr sz="1600"/>
              <a:t>The signature stayed the same, the cache kept serving the same recipe, visit_count climbed into the hundreds with zero progress.</a:t>
            </a:r>
          </a:p>
          <a:p>
            <a:pPr/>
            <a:r>
              <a:rPr sz="1600"/>
              <a:t>Lesson queued: invalidate cached consults that visit ≥N times without an observable screen change.  Defensive against any future broken-recipe scenario.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couldn't the bot recognise Las Palmas as a 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The 224-port voyage.tw catalogue (port_coordinates.json) was baked but invisible to the fuzzy matcher.</a:t>
            </a:r>
          </a:p>
          <a:p>
            <a:pPr/>
            <a:r>
              <a:rPr sz="1600"/>
              <a:t>_known_ports() was reading only the 52-name hand-maintained seed list + ~11 KB stubs.  Las Palmas wasn't in either.</a:t>
            </a:r>
          </a:p>
          <a:p>
            <a:pPr/>
            <a:r>
              <a:rPr sz="1600"/>
              <a:t>OCR read 'Las Palmas' correctly; fuzzy match returned no result above 0.6.</a:t>
            </a:r>
          </a:p>
          <a:p>
            <a:pPr/>
            <a:r>
              <a:rPr sz="1600"/>
              <a:t>Fix: tiered resolution — voyage catalogue first, seed only as fallback when catalogue is missing, KB stubs always layered on top with corruption filter.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Qwen produce unterminated JSON?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Qwen2.5-1.5B got into a token-repetition loop on the `overlays` field: ["icon","button","text","icon","button","text",...].</a:t>
            </a:r>
          </a:p>
          <a:p>
            <a:pPr/>
            <a:r>
              <a:rPr sz="1600"/>
              <a:t>Generation hit the 512-token cap mid-string, leaving the closing brace orphaned.</a:t>
            </a:r>
          </a:p>
          <a:p>
            <a:pPr/>
            <a:r>
              <a:rPr sz="1600"/>
              <a:t>Classic small-model degeneracy — no length cap in the schema for the overlays field.</a:t>
            </a:r>
          </a:p>
          <a:p>
            <a:pPr/>
            <a:r>
              <a:rPr sz="1600"/>
              <a:t>Mitigation: add a soft 'at most 8 overlay entries, no duplicates' instruction, and post-truncate after parsing.  Failure was recoverable — perceive() correctly returned None and the structural fallback handled the frame.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Qwen think the bot was at Socotra?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Qwen confidently reported a port name 'Socotra' on a frame whose actual port was something entirely different.</a:t>
            </a:r>
          </a:p>
          <a:p>
            <a:pPr/>
            <a:r>
              <a:rPr sz="1600"/>
              <a:t>Root cause: prompt pollution — the KB context block we hand to Qwen included Socotra as an example seed entry.  The model latched onto a name present in its own prompt instead of grounding on the OCR tokens.</a:t>
            </a:r>
          </a:p>
          <a:p>
            <a:pPr/>
            <a:r>
              <a:rPr sz="1600"/>
              <a:t>Lesson: small LLMs treat any string in the prompt as fair game for the output.  Be deliberate about what example data you put in front of them.</a:t>
            </a:r>
          </a:p>
          <a:p>
            <a:pPr/>
            <a:r>
              <a:rPr sz="1600"/>
              <a:t>Fix: scrub example port names from the seed-context block; rely on OCR tokens + element list as the only source of names.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across the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Fuzzy match cascades stack false positives — short generic words should never reach a fuzzy matcher.</a:t>
            </a:r>
          </a:p>
          <a:p>
            <a:pPr/>
            <a:r>
              <a:rPr sz="1600"/>
              <a:t>Structural classifiers without chrome awareness (close-X, action verbs, edge alignment) false-fire on UI that happens to share geometry.</a:t>
            </a:r>
          </a:p>
          <a:p>
            <a:pPr/>
            <a:r>
              <a:rPr sz="1600"/>
              <a:t>Hard-coded recovery targets fight the goal's own dispatch; recovery should release control as soon as the bot is in a state the goal can use.</a:t>
            </a:r>
          </a:p>
          <a:p>
            <a:pPr/>
            <a:r>
              <a:rPr sz="1600"/>
              <a:t>Caches that serve a recipe regardless of whether it works keep serving it.  Always invalidate after observable no-ops.</a:t>
            </a:r>
          </a:p>
          <a:p>
            <a:pPr/>
            <a:r>
              <a:rPr sz="1600"/>
              <a:t>Translucent UI panels leak background elements; trust only opaque chrome.</a:t>
            </a:r>
          </a:p>
          <a:p>
            <a:pPr/>
            <a:r>
              <a:rPr sz="1600"/>
              <a:t>Small LLMs hallucinate names that are in their own prompt and run away on list fields — keep the prompt clean and cap list lengths.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